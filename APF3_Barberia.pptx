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13/11/2025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34408425"/>
              </p:ext>
            </p:extLst>
          </p:nvPr>
        </p:nvGraphicFramePr>
        <p:xfrm>
          <a:off x="479755" y="2623543"/>
          <a:ext cx="11232490" cy="3875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Jean Pierre Quiroz Angulo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Renzo Fabián Antonio Montúfar Mejía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Jorge Luis Luque </a:t>
                      </a:r>
                      <a:r>
                        <a:rPr lang="es-PE" sz="1600" dirty="0" err="1"/>
                        <a:t>Parian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Bravo Arellano Diego Alejandro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SI</a:t>
                      </a:r>
                    </a:p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Piero Daniel </a:t>
                      </a:r>
                      <a:r>
                        <a:rPr lang="es-PE" sz="1600" dirty="0" err="1"/>
                        <a:t>Perez</a:t>
                      </a:r>
                      <a:r>
                        <a:rPr lang="es-PE" sz="1600" dirty="0"/>
                        <a:t> Gonzales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162490"/>
              </p:ext>
            </p:extLst>
          </p:nvPr>
        </p:nvGraphicFramePr>
        <p:xfrm>
          <a:off x="498835" y="134997"/>
          <a:ext cx="11232490" cy="221378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53965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8378525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NRC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22932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Barberia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365075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https://preview.themeforest.net/item/plumber-company-html-template/full_screen_preview/19589531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76425">
                <a:tc>
                  <a:txBody>
                    <a:bodyPr/>
                    <a:lstStyle/>
                    <a:p>
                      <a:r>
                        <a:rPr lang="es-ES" dirty="0"/>
                        <a:t>URL de hosting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https://apf3-barberia.netlify.app/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132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ALUMNO - PIERO DANIEL PEREZ GONZALES</cp:lastModifiedBy>
  <cp:revision>22</cp:revision>
  <dcterms:created xsi:type="dcterms:W3CDTF">2022-09-09T21:19:54Z</dcterms:created>
  <dcterms:modified xsi:type="dcterms:W3CDTF">2025-11-14T01:38:26Z</dcterms:modified>
</cp:coreProperties>
</file>